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A37"/>
                </a:solidFill>
                <a:latin typeface="Calibri"/>
              </a:rPr>
              <a:t>Post-Quantum OpenID Connect
over KEMTLS and QUIC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Calibri"/>
              </a:rPr>
              <a:t>Session-Bound Tokens, KEMTLS-PDK, and Research-Grade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Team Name  |  Submission / Challenge Name</a:t>
            </a:r>
          </a:p>
        </p:txBody>
      </p:sp>
      <p:pic>
        <p:nvPicPr>
          <p:cNvPr id="7" name="Picture 6" descr="slide1_hero_17756136385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8404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Problem and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Why current identity systems need a post-quantum transport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Modern identity systems still rely on classical public-key cryptography.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Post-quantum migration often keeps the traditional secure transport model unchanged.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KEMTLS is a strong post-quantum transport candidate, but is underexplored in OIDC.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Opportunity: preserve OpenID Connect while improving transport security and token protection.</a:t>
            </a:r>
          </a:p>
        </p:txBody>
      </p:sp>
      <p:pic>
        <p:nvPicPr>
          <p:cNvPr id="7" name="Picture 6" descr="slide2_cracked_lock_1775615123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Standard OIDC flow, redesigned transport and cryptographic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Preserve the standard OIDC Authorization Code Flow with PKCE.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Secure communication using KEMTLS, with QUIC integrated into the transport path.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ML-KEM-768 for key establishment and ML-DSA-65 for token signatures.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Python for OIDC orchestration + Rust for high-performance transport.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Strengthen token security without changing the visible OpenID Connect flow.</a:t>
            </a:r>
          </a:p>
        </p:txBody>
      </p:sp>
      <p:pic>
        <p:nvPicPr>
          <p:cNvPr id="7" name="Picture 6" descr="slide3_stack_1775613668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End-to-End System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From login to protected resource access and token 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Client establishes a secure session with the authorization server.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Authorization and token exchange run through the protected transport channel.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Auth server issues post-quantum-signed identity and access tokens.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Client accesses the resource server through the same secure model.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Resource server verifies both token validity and live session binding.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Refresh-token rotation rebinds newly issued tokens to the active session.</a:t>
            </a:r>
          </a:p>
        </p:txBody>
      </p:sp>
      <p:pic>
        <p:nvPicPr>
          <p:cNvPr id="7" name="Picture 6" descr="slide4_flow_17756136838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Modular Python + Rust implementation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Python handles OIDC orchestration, endpoint logic, demo flow, and benchmark control.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Rust handles performance-critical transport and secure communication components.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Modular architecture across cryptography, transport, OIDC, servers, client, and benchmarking.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Supports baseline trust, KEMTLS-PDK, and QUIC-integrated deployment modes.</a:t>
            </a:r>
          </a:p>
        </p:txBody>
      </p:sp>
      <p:pic>
        <p:nvPicPr>
          <p:cNvPr id="7" name="Picture 6" descr="slide5_arch_1775613699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Core Novelties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Five key innovations in this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KEMTLS-PDK: </a:t>
            </a:r>
            <a:r>
              <a:rPr sz="1500" b="0">
                <a:solidFill>
                  <a:srgbClr val="374151"/>
                </a:solidFill>
                <a:latin typeface="Calibri"/>
              </a:rPr>
              <a:t>reduces certificate-related trust-establishment overhead in managed environments.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QUIC-Integrated Transport: </a:t>
            </a:r>
            <a:r>
              <a:rPr sz="1500" b="0">
                <a:solidFill>
                  <a:srgbClr val="374151"/>
                </a:solidFill>
                <a:latin typeface="Calibri"/>
              </a:rPr>
              <a:t>improves communication efficiency and responsiveness.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Session-Bound Access Tokens: </a:t>
            </a:r>
            <a:r>
              <a:rPr sz="1500" b="0">
                <a:solidFill>
                  <a:srgbClr val="374151"/>
                </a:solidFill>
                <a:latin typeface="Calibri"/>
              </a:rPr>
              <a:t>valid tokens fail when replayed on a different session.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KEMTLS-Bound Refresh Rotation: </a:t>
            </a:r>
            <a:r>
              <a:rPr sz="1500" b="0">
                <a:solidFill>
                  <a:srgbClr val="374151"/>
                </a:solidFill>
                <a:latin typeface="Calibri"/>
              </a:rPr>
              <a:t>refresh tokens rotate and rebind to the active session.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Research-Grade Benchmarking: </a:t>
            </a:r>
            <a:r>
              <a:rPr sz="1500" b="0">
                <a:solidFill>
                  <a:srgbClr val="374151"/>
                </a:solidFill>
                <a:latin typeface="Calibri"/>
              </a:rPr>
              <a:t>evaluates crypto, transport, and full identity-flow behavior.</a:t>
            </a:r>
          </a:p>
        </p:txBody>
      </p:sp>
      <p:pic>
        <p:nvPicPr>
          <p:cNvPr id="7" name="Picture 6" descr="slide6_novelties_1775613725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Feasibility and Productization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Deployment paths, challenges, and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Suitable for enterprise identity, regulated environments, and controlled PQ migration.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Supports certificate-oriented trust and tightly managed KEMTLS-PDK deployments.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QUIC integration provides a practical path for performance-oriented secure systems.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Challenges: browser compatibility, interoperability, deployment complexity.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Mitigations: controlled pilots, modular integration, standards-aligned flow, phased adoption.</a:t>
            </a:r>
          </a:p>
        </p:txBody>
      </p:sp>
      <p:pic>
        <p:nvPicPr>
          <p:cNvPr id="7" name="Picture 6" descr="slide7_feasibility_17756137398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Benchmarking and 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A layered, reproducible 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Multi-Layer Evaluation: </a:t>
            </a:r>
            <a:r>
              <a:rPr sz="1500" b="0">
                <a:solidFill>
                  <a:srgbClr val="374151"/>
                </a:solidFill>
                <a:latin typeface="Calibri"/>
              </a:rPr>
              <a:t>crypto primitives → transport → full OIDC flow.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Comparison Model: </a:t>
            </a:r>
            <a:r>
              <a:rPr sz="1500" b="0">
                <a:solidFill>
                  <a:srgbClr val="374151"/>
                </a:solidFill>
                <a:latin typeface="Calibri"/>
              </a:rPr>
              <a:t>local results vs. classical and PQ literature baselines.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Measurement Discipline: </a:t>
            </a:r>
            <a:r>
              <a:rPr sz="1500" b="0">
                <a:solidFill>
                  <a:srgbClr val="374151"/>
                </a:solidFill>
                <a:latin typeface="Calibri"/>
              </a:rPr>
              <a:t>warm-up exclusion, repeated trials, per-phase timing, size analysis.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56DB"/>
                </a:solidFill>
                <a:latin typeface="Calibri"/>
              </a:rPr>
              <a:t>• Reproducibility: </a:t>
            </a:r>
            <a:r>
              <a:rPr sz="1500" b="0">
                <a:solidFill>
                  <a:srgbClr val="374151"/>
                </a:solidFill>
                <a:latin typeface="Calibri"/>
              </a:rPr>
              <a:t>Python+Rust modular stack, fixed config, raw and processed outputs preserved.</a:t>
            </a:r>
          </a:p>
        </p:txBody>
      </p:sp>
      <p:pic>
        <p:nvPicPr>
          <p:cNvPr id="7" name="Picture 6" descr="slide8_benchmark_17756137523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Performance, Impact, and Beneficiaries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Measurable improvements and target sectors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KEMTLS-PDK reduces trust-establishment overhead in managed deployments.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QUIC-integrated transport improves efficiency and responsiveness.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Session-bound tokens reduce replay risk and strengthen resource access.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Practical migration path toward post-quantum-secure identity infrastructure.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Key sectors: banking, government, healthcare, and enterprise identity.</a:t>
            </a:r>
          </a:p>
        </p:txBody>
      </p:sp>
      <p:pic>
        <p:nvPicPr>
          <p:cNvPr id="7" name="Picture 6" descr="slide9_impact_17756137679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Research References and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Building on KEMTLS research, NIST standards, and post-quantum OIDC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Builds on KEMTLS research, PQ-OIDC studies, and NIST standards for ML-KEM / ML-DSA.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Preserves OIDC semantics while redesigning transport and token security for the PQ era.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Main contribution: KEMTLS + KEMTLS-PDK + QUIC + session-bound tokens + benchmarking.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[Insert Repository / Demo Link / QR Code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56DB"/>
                </a:solidFill>
                <a:latin typeface="Calibri"/>
              </a:rPr>
              <a:t>Thank you.</a:t>
            </a:r>
          </a:p>
        </p:txBody>
      </p:sp>
      <p:pic>
        <p:nvPicPr>
          <p:cNvPr id="8" name="Picture 7" descr="slide10_closing_17756137801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00400"/>
            <a:ext cx="32004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